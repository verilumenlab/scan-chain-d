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project helps chip test engineers understand scan-test failures quickly. Instead of reading huge raw logs, they get a clear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bold sentence first. Then explain: scan tests shift data through flip-flop chains. A fail log lists mismatches. Our tool parses those logs and points to likely bad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on the flow. Emphasize: input = logs, output = clear KPIs and charts for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KPI cards. Example from our data: 23 failing chains, top chain channel14 with 496 fails, confidence about 68.7%. Click a card to see charts and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with: This is an automated scan-chain diagnosis helper — find failing chains/cells fast, rank what matters most, and guide the next debug step. Ask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er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47120" cy="7498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766E"/>
                </a:solidFill>
                <a:latin typeface="Calibri"/>
              </a:rPr>
              <a:t>Scan Chain Diagnosis Agent</a:t>
            </a:r>
          </a:p>
          <a:p>
            <a:r>
              <a:rPr sz="1800" b="0">
                <a:solidFill>
                  <a:srgbClr val="334155"/>
                </a:solidFill>
                <a:latin typeface="Calibri"/>
              </a:rPr>
              <a:t>What this project does — in simple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766E"/>
                </a:solidFill>
                <a:latin typeface="Calibri"/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34155"/>
                </a:solidFill>
                <a:latin typeface="Calibri"/>
              </a:rPr>
              <a:t>This project reads chip scan-test fail logs and shows where the problem is — on a simple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766E"/>
                </a:solidFill>
                <a:latin typeface="Calibri"/>
              </a:rPr>
              <a:t>The problem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Factories run scan tests on chips. When a test fails, the log is huge and hard to read.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Engineers need fast answers: which chain failed? which cell? where to check next?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Doing this by hand takes too long. This tool does it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766E"/>
                </a:solidFill>
                <a:latin typeface="Calibri"/>
              </a:rPr>
              <a:t>How it works (4 simple steps)</a:t>
            </a:r>
          </a:p>
        </p:txBody>
      </p:sp>
      <p:pic>
        <p:nvPicPr>
          <p:cNvPr id="3" name="Picture 2" descr="flow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812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1. Take ATE fail logs (tester output).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2. Diagnosis engine finds bad chains, cells, and breaks.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3. Creates 10 requirement reports + 12 KPI cards.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4. Engineer uses the dashboard to decide what to probe or fix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766E"/>
                </a:solidFill>
                <a:latin typeface="Calibri"/>
              </a:rPr>
              <a:t>What you get on the dashboard</a:t>
            </a:r>
          </a:p>
        </p:txBody>
      </p:sp>
      <p:pic>
        <p:nvPicPr>
          <p:cNvPr id="3" name="Picture 2" descr="slide_kpi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217920" cy="4145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Which scan chains failed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Which cells are likely bad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Possible chain breaks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Shift vs capture fail types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Worst chain to check first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Where to probe on the chip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How confident the answer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766E"/>
                </a:solidFill>
                <a:latin typeface="Calibri"/>
              </a:rPr>
              <a:t>Simple example +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Example: channel14 fails most often (496 fails) → start there.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Tool points to a likely cell and a probe spot on the die.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Takeaway: less time reading logs, more time fixing real chip issues.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Open the UI at http://localhost:3000 to demo live.</a:t>
            </a:r>
          </a:p>
        </p:txBody>
      </p:sp>
      <p:pic>
        <p:nvPicPr>
          <p:cNvPr id="4" name="Picture 3" descr="char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66160"/>
            <a:ext cx="10972800" cy="56567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